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</c:v>
                </c:pt>
                <c:pt idx="1">
                  <c:v>200</c:v>
                </c:pt>
                <c:pt idx="2">
                  <c:v>180</c:v>
                </c:pt>
                <c:pt idx="3">
                  <c:v>250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利润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45</c:v>
                </c:pt>
                <c:pt idx="2">
                  <c:v>40</c:v>
                </c:pt>
                <c:pt idx="3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2024 年度业务报告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4495E"/>
                </a:solidFill>
              </a:defRPr>
            </a:pPr>
            <a:r>
              <a:t>业绩总结与展望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第一部分：业绩概览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年度亮点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销售额同比增长 25%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新客户增长 40%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市场份额提升至 15%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客户满意度达 95%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季度销售趋势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第二部分：未来规划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2025 年目标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销售额目标：增长 30%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拓展 5 个新市场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推出 3 款新产品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团队规模扩大 50%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