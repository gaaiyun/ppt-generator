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2024 年度业务报告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0066CC"/>
                </a:solidFill>
              </a:defRPr>
            </a:pPr>
            <a:r>
              <a:t>业绩总结与展望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主要成就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营收增长 35%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新客户突破 500 家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产品迭代 12 次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团队扩张至 100 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季度营收趋势</a:t>
            </a:r>
          </a:p>
        </p:txBody>
      </p:sp>
      <p:pic>
        <p:nvPicPr>
          <p:cNvPr id="4" name="Picture 3" descr="temp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828800"/>
            <a:ext cx="6400800" cy="4000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0F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2025 年目标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315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营收目标：增长 50%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市场拓展：进入 3 个新城市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产品创新：推出 2 条新产品线</a:t>
            </a:r>
          </a:p>
          <a:p>
            <a:pPr>
              <a:spcBef>
                <a:spcPts val="1200"/>
              </a:spcBef>
              <a:defRPr sz="2000">
                <a:solidFill>
                  <a:srgbClr val="323232"/>
                </a:solidFill>
              </a:defRPr>
            </a:pPr>
            <a:r>
              <a:t>• 人才培养：建立培训体系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